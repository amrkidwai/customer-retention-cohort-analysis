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r Kidwai" userId="9691747cada284aa" providerId="LiveId" clId="{72DBE1D6-4B61-486C-966F-8125EF175CD9}"/>
    <pc:docChg chg="custSel modSld">
      <pc:chgData name="Amr Kidwai" userId="9691747cada284aa" providerId="LiveId" clId="{72DBE1D6-4B61-486C-966F-8125EF175CD9}" dt="2026-05-08T05:34:15.926" v="10" actId="27636"/>
      <pc:docMkLst>
        <pc:docMk/>
      </pc:docMkLst>
      <pc:sldChg chg="modSp mod">
        <pc:chgData name="Amr Kidwai" userId="9691747cada284aa" providerId="LiveId" clId="{72DBE1D6-4B61-486C-966F-8125EF175CD9}" dt="2026-05-08T05:34:15.926" v="10" actId="27636"/>
        <pc:sldMkLst>
          <pc:docMk/>
          <pc:sldMk cId="2325861318" sldId="257"/>
        </pc:sldMkLst>
        <pc:spChg chg="mod">
          <ac:chgData name="Amr Kidwai" userId="9691747cada284aa" providerId="LiveId" clId="{72DBE1D6-4B61-486C-966F-8125EF175CD9}" dt="2026-05-08T05:34:15.926" v="10" actId="27636"/>
          <ac:spMkLst>
            <pc:docMk/>
            <pc:sldMk cId="2325861318" sldId="257"/>
            <ac:spMk id="3" creationId="{18554E52-D831-8A97-D177-EC3AD5AF99C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1791-7238-9DFC-7472-0BB6DD5EF8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ADE000-B3E9-2074-38D7-F914ACCF3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71CE2-9AB2-3190-BEA8-02CDC74A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4EAD-A30B-4FF3-8C14-DACE90BD1AE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989FA-FAD0-3CAA-6C77-714EEA7B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09DDE-9764-B176-CCB5-78C70E433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CF5-5B75-45ED-969F-6EF2192BC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96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3A939-FF67-5805-650E-468CD6A4E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90C12-4F47-AE25-E070-5BACBAA33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7D9DC-C611-0540-2B85-A4F9B48B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4EAD-A30B-4FF3-8C14-DACE90BD1AE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D6BDD-5783-9CF3-2ED9-9B29C9826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189FA-377F-007D-D3FE-9BCD5D0D9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CF5-5B75-45ED-969F-6EF2192BC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664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9E8B8-0085-54F7-A267-14DBDB06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D53F4-6389-2893-A913-8769EAF94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FB4BA-C2FC-9BE9-5012-56BFD4FE6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4EAD-A30B-4FF3-8C14-DACE90BD1AE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FC518-DBA5-10AF-FC19-392BCA9E0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98C74-325C-B6EB-562D-B92440FC9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CF5-5B75-45ED-969F-6EF2192BC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728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20980-01FA-B159-A3AD-4DD15470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7A25F-A436-06C9-9356-4BA8F40DF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56A00-E0C7-AEAA-ED8F-28DAB218F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58EDC-3AA5-AE28-C337-EDA87C3E7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4EAD-A30B-4FF3-8C14-DACE90BD1AE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AD60B-23CC-0353-6F39-E88F738AA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B46B1-3340-6C02-AF57-CD61314AE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CF5-5B75-45ED-969F-6EF2192BC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239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2CE8C-2588-D1B3-FE30-EE95197DF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CD0C3-ED6F-732A-25C6-922B91A18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CFCAE5-9FD6-D92A-99F9-CB8414E9E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C7646-C39E-6C16-D76F-DA579FE026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B45F2-5B27-10D5-FE6C-7DDFB8ADA7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C7576C-2F99-9A23-93A2-E8DDC9D8C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4EAD-A30B-4FF3-8C14-DACE90BD1AE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EDBBB-CFDF-0F22-76A9-BFE7B67A0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F1A948-8C3E-8ADA-69D1-084A7968F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CF5-5B75-45ED-969F-6EF2192BC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085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D284-33E0-DA70-7918-7909E8D7A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97A69-9344-527A-8899-D5B456B0D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4EAD-A30B-4FF3-8C14-DACE90BD1AE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23A705-35A8-3C8D-2844-CF643A7F3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FF927A-7E45-773D-269D-A0EA3594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CF5-5B75-45ED-969F-6EF2192BC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582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E52C9E-5A65-C4B7-C12E-D8174B957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4EAD-A30B-4FF3-8C14-DACE90BD1AE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62AEAF-C5B6-3377-CB49-47E7EC53A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E1F4E-1996-3C32-447B-1D29DB821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CF5-5B75-45ED-969F-6EF2192BC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607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16A97-15A1-EB6D-540A-F478B2B89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4AA70-020C-139D-C9AB-A77658248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9F409-00EC-168E-855C-6DAC1C090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AE39F-3A1C-F672-82C4-DD6112210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4EAD-A30B-4FF3-8C14-DACE90BD1AE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6DEFB3-5F15-4B37-D3F5-4EF98C23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807D4-98C9-539D-B82D-DC93AD66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CF5-5B75-45ED-969F-6EF2192BC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14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0AA17-53CE-CAED-A4C4-F5BD123CD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B91F82-159E-7D36-4301-5B0C866BC7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01871-BC3D-2CA1-74C1-A63CE3408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3A807-FCE7-0BBE-53DF-B14A81294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4EAD-A30B-4FF3-8C14-DACE90BD1AE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BC6DC-65D6-2F29-D2E8-F2C535A6C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AB587-C205-F6EC-EC92-3477CEA49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CF5-5B75-45ED-969F-6EF2192BC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233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013B1-C08A-4A49-9DCE-40022AE85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ADB4B-17F9-3072-3DB4-6B77B603E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CF0B2-170E-3D26-6DFE-52D953DD6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4EAD-A30B-4FF3-8C14-DACE90BD1AE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3A5B6-D13A-C2EC-666F-C8E8F9A7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C269A-5D53-06C4-FB20-A5C0F7E19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CF5-5B75-45ED-969F-6EF2192BC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221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4EB61E-0551-A765-620C-7F2BA4055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008A69-6E7A-0183-044B-73EE01D23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0EEB0-6661-3919-6127-D6255451A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4EAD-A30B-4FF3-8C14-DACE90BD1AE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6DA2C-8E16-997C-5491-DBA087004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472E1-0CB7-8D55-6CA5-BEF2CA293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CF5-5B75-45ED-969F-6EF2192BC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091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EC602-C4A1-7FB9-99F5-E0BB28E70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1B079-C1CD-6EDD-F05A-604385B56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4D82B-C811-3493-97E2-E9A61DA6ED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C4EAD-A30B-4FF3-8C14-DACE90BD1AEB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2A7EA-946C-6763-AA56-55C0D325F0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BCEE9-7091-C388-605D-833503F1EA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68CF5-5B75-45ED-969F-6EF2192BC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700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D1B6-FC14-DAC5-9E29-B21BD54DD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9546D-97CE-5D48-570D-A187890850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E68AE6-C574-79E8-6F8D-30239F734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937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696CB-F150-C164-F5BA-6C813C935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1.Introduction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54E52-D831-8A97-D177-EC3AD5AF9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171"/>
            <a:ext cx="10515600" cy="5442858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“Good morning everyone.</a:t>
            </a:r>
          </a:p>
          <a:p>
            <a:r>
              <a:rPr lang="en-US" sz="2000" dirty="0"/>
              <a:t>Today I will present my project:</a:t>
            </a:r>
          </a:p>
          <a:p>
            <a:pPr marL="0" indent="0" algn="ctr">
              <a:buNone/>
            </a:pPr>
            <a:r>
              <a:rPr lang="en-US" sz="2000" b="1" dirty="0"/>
              <a:t>Ecommerce Product Analytics &amp; Customer Retention Dashboard</a:t>
            </a:r>
          </a:p>
          <a:p>
            <a:r>
              <a:rPr lang="en-US" sz="2000" dirty="0"/>
              <a:t>This project was built using:</a:t>
            </a:r>
          </a:p>
          <a:p>
            <a:r>
              <a:rPr lang="en-US" sz="2000" dirty="0"/>
              <a:t>Power BI </a:t>
            </a:r>
          </a:p>
          <a:p>
            <a:r>
              <a:rPr lang="en-US" sz="2000" dirty="0"/>
              <a:t>DAX </a:t>
            </a:r>
          </a:p>
          <a:p>
            <a:r>
              <a:rPr lang="en-US" sz="2000" dirty="0"/>
              <a:t>relational data modeling </a:t>
            </a:r>
          </a:p>
          <a:p>
            <a:r>
              <a:rPr lang="en-US" sz="2000" dirty="0"/>
              <a:t>customer analytics techniques </a:t>
            </a:r>
          </a:p>
          <a:p>
            <a:r>
              <a:rPr lang="en-US" sz="2000" dirty="0"/>
              <a:t>The main objective of this project was to analyze:</a:t>
            </a:r>
          </a:p>
          <a:p>
            <a:r>
              <a:rPr lang="en-US" sz="2000" dirty="0"/>
              <a:t>customer behavior, </a:t>
            </a:r>
          </a:p>
          <a:p>
            <a:r>
              <a:rPr lang="en-US" sz="2000" dirty="0"/>
              <a:t>revenue trends, </a:t>
            </a:r>
          </a:p>
          <a:p>
            <a:r>
              <a:rPr lang="en-US" sz="2000" dirty="0"/>
              <a:t>retention performance, </a:t>
            </a:r>
          </a:p>
          <a:p>
            <a:r>
              <a:rPr lang="en-US" sz="2000" dirty="0"/>
              <a:t>and business KPIs </a:t>
            </a:r>
          </a:p>
          <a:p>
            <a:r>
              <a:rPr lang="en-US" sz="2000" dirty="0"/>
              <a:t>to support data-driven business decisions.”</a:t>
            </a:r>
          </a:p>
        </p:txBody>
      </p:sp>
    </p:spTree>
    <p:extLst>
      <p:ext uri="{BB962C8B-B14F-4D97-AF65-F5344CB8AC3E}">
        <p14:creationId xmlns:p14="http://schemas.microsoft.com/office/powerpoint/2010/main" val="2325861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B42A6-E902-779A-7C59-3AAB897F9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2. Business 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F73E9-E45C-2D42-5D0D-152176F14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“The ecommerce business lacked clear visibility into:</a:t>
            </a:r>
          </a:p>
          <a:p>
            <a:r>
              <a:rPr lang="en-US" dirty="0"/>
              <a:t>customer retention, </a:t>
            </a:r>
          </a:p>
          <a:p>
            <a:r>
              <a:rPr lang="en-US" dirty="0"/>
              <a:t>repeat purchase behavior, </a:t>
            </a:r>
          </a:p>
          <a:p>
            <a:r>
              <a:rPr lang="en-US" dirty="0"/>
              <a:t>payment trends, </a:t>
            </a:r>
          </a:p>
          <a:p>
            <a:r>
              <a:rPr lang="en-US" dirty="0"/>
              <a:t>and overall revenue performance. </a:t>
            </a:r>
          </a:p>
          <a:p>
            <a:r>
              <a:rPr lang="en-US" dirty="0"/>
              <a:t>Stakeholders wanted an interactive dashboard that could help identify:</a:t>
            </a:r>
          </a:p>
          <a:p>
            <a:r>
              <a:rPr lang="en-US" dirty="0"/>
              <a:t>high-value customers, </a:t>
            </a:r>
          </a:p>
          <a:p>
            <a:r>
              <a:rPr lang="en-US" dirty="0"/>
              <a:t>retention gaps, </a:t>
            </a:r>
          </a:p>
          <a:p>
            <a:r>
              <a:rPr lang="en-US" dirty="0"/>
              <a:t>and business growth opportunities. </a:t>
            </a:r>
          </a:p>
          <a:p>
            <a:r>
              <a:rPr lang="en-US" dirty="0"/>
              <a:t>To solve this problem, I built a multi-page Power BI dashboard focused on executive analytics, customer segmentation, and retention analysis.”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161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EA770-9004-539B-16EE-F5E6AA2C4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3. Dataset &amp; Tools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AA33-4840-89F6-7FC0-F45602D32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“For this project, I used a relational ecommerce dataset containing:</a:t>
            </a:r>
          </a:p>
          <a:p>
            <a:r>
              <a:rPr lang="en-US" dirty="0"/>
              <a:t>customers, </a:t>
            </a:r>
          </a:p>
          <a:p>
            <a:r>
              <a:rPr lang="en-US" dirty="0"/>
              <a:t>orders, </a:t>
            </a:r>
          </a:p>
          <a:p>
            <a:r>
              <a:rPr lang="en-US" dirty="0"/>
              <a:t>payments, </a:t>
            </a:r>
          </a:p>
          <a:p>
            <a:r>
              <a:rPr lang="en-US" dirty="0"/>
              <a:t>products, </a:t>
            </a:r>
          </a:p>
          <a:p>
            <a:r>
              <a:rPr lang="en-US" dirty="0"/>
              <a:t>and transaction-level data. </a:t>
            </a:r>
          </a:p>
          <a:p>
            <a:r>
              <a:rPr lang="en-US" dirty="0"/>
              <a:t>I used:</a:t>
            </a:r>
          </a:p>
          <a:p>
            <a:r>
              <a:rPr lang="en-US" dirty="0"/>
              <a:t>Power BI for dashboard development, </a:t>
            </a:r>
          </a:p>
          <a:p>
            <a:r>
              <a:rPr lang="en-US" dirty="0"/>
              <a:t>DAX for KPI calculations, </a:t>
            </a:r>
          </a:p>
          <a:p>
            <a:r>
              <a:rPr lang="en-US" dirty="0"/>
              <a:t>and data modeling to create relationships between multiple tables.” </a:t>
            </a:r>
          </a:p>
        </p:txBody>
      </p:sp>
    </p:spTree>
    <p:extLst>
      <p:ext uri="{BB962C8B-B14F-4D97-AF65-F5344CB8AC3E}">
        <p14:creationId xmlns:p14="http://schemas.microsoft.com/office/powerpoint/2010/main" val="1114520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798DB-371B-9B67-7AF7-35D4CF90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4. Executive Overview Dashboard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F96D6-2A6F-37EE-588B-B128D9CB5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144"/>
            <a:ext cx="10515600" cy="544285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“On the first page, I created an Executive Overview Dashboard.</a:t>
            </a:r>
          </a:p>
          <a:p>
            <a:r>
              <a:rPr lang="en-US" dirty="0"/>
              <a:t>This dashboard provides a high-level business summary including:</a:t>
            </a:r>
          </a:p>
          <a:p>
            <a:r>
              <a:rPr lang="en-US" dirty="0"/>
              <a:t>total revenue, </a:t>
            </a:r>
          </a:p>
          <a:p>
            <a:r>
              <a:rPr lang="en-US" dirty="0"/>
              <a:t>total orders, </a:t>
            </a:r>
          </a:p>
          <a:p>
            <a:r>
              <a:rPr lang="en-US" dirty="0"/>
              <a:t>average order value, </a:t>
            </a:r>
          </a:p>
          <a:p>
            <a:r>
              <a:rPr lang="en-US" dirty="0"/>
              <a:t>revenue trends, </a:t>
            </a:r>
          </a:p>
          <a:p>
            <a:r>
              <a:rPr lang="en-US" dirty="0"/>
              <a:t>payment behavior, </a:t>
            </a:r>
          </a:p>
          <a:p>
            <a:r>
              <a:rPr lang="en-US" dirty="0"/>
              <a:t>and regional performance. </a:t>
            </a:r>
          </a:p>
          <a:p>
            <a:r>
              <a:rPr lang="en-US" dirty="0"/>
              <a:t>Some key insights identified were:</a:t>
            </a:r>
          </a:p>
          <a:p>
            <a:r>
              <a:rPr lang="en-US" dirty="0"/>
              <a:t>credit card payments contributed the highest revenue share, </a:t>
            </a:r>
          </a:p>
          <a:p>
            <a:r>
              <a:rPr lang="en-US" dirty="0"/>
              <a:t>São Paulo generated the strongest sales performance, </a:t>
            </a:r>
          </a:p>
          <a:p>
            <a:r>
              <a:rPr lang="en-US" dirty="0"/>
              <a:t>and revenue showed seasonal fluctuations across months. </a:t>
            </a:r>
          </a:p>
          <a:p>
            <a:pPr marL="0" indent="0">
              <a:buNone/>
            </a:pPr>
            <a:r>
              <a:rPr lang="en-US" dirty="0"/>
              <a:t>Based on these findings, I recommended:</a:t>
            </a:r>
          </a:p>
          <a:p>
            <a:r>
              <a:rPr lang="en-US" dirty="0"/>
              <a:t>improving payment flexibility, </a:t>
            </a:r>
          </a:p>
          <a:p>
            <a:r>
              <a:rPr lang="en-US" dirty="0"/>
              <a:t>optimizing seasonal inventory planning, </a:t>
            </a:r>
          </a:p>
          <a:p>
            <a:r>
              <a:rPr lang="en-US" dirty="0"/>
              <a:t>and focusing retention campaigns in high-performing regions.” </a:t>
            </a:r>
          </a:p>
        </p:txBody>
      </p:sp>
    </p:spTree>
    <p:extLst>
      <p:ext uri="{BB962C8B-B14F-4D97-AF65-F5344CB8AC3E}">
        <p14:creationId xmlns:p14="http://schemas.microsoft.com/office/powerpoint/2010/main" val="1327825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DC21C-4657-5F72-2E7E-327382446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5. Customer Segmentation Dashboard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9C6D3-236D-AABB-DC75-77934FF3E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“The second dashboard focuses on customer behavior analytics and segmentation.</a:t>
            </a:r>
          </a:p>
          <a:p>
            <a:r>
              <a:rPr lang="en-US" dirty="0"/>
              <a:t>I performed customer segmentation analysis to identify:</a:t>
            </a:r>
          </a:p>
          <a:p>
            <a:r>
              <a:rPr lang="en-US" dirty="0"/>
              <a:t>high-value customers, </a:t>
            </a:r>
          </a:p>
          <a:p>
            <a:r>
              <a:rPr lang="en-US" dirty="0"/>
              <a:t>loyal users, </a:t>
            </a:r>
          </a:p>
          <a:p>
            <a:r>
              <a:rPr lang="en-US" dirty="0"/>
              <a:t>and lower-value customer groups. </a:t>
            </a:r>
          </a:p>
          <a:p>
            <a:r>
              <a:rPr lang="en-US" dirty="0"/>
              <a:t>The </a:t>
            </a:r>
            <a:r>
              <a:rPr lang="en-US" dirty="0" err="1"/>
              <a:t>treemap</a:t>
            </a:r>
            <a:r>
              <a:rPr lang="en-US" dirty="0"/>
              <a:t> visual shows revenue contribution by customer segment, while the scatter plot analyzes customer order frequency versus revenue contribution.</a:t>
            </a:r>
          </a:p>
          <a:p>
            <a:r>
              <a:rPr lang="en-US" dirty="0"/>
              <a:t>One important insight was that a relatively small group of customers contributed a significant portion of overall revenue.</a:t>
            </a:r>
          </a:p>
          <a:p>
            <a:r>
              <a:rPr lang="en-US" dirty="0"/>
              <a:t>This highlighted the importance of:</a:t>
            </a:r>
          </a:p>
          <a:p>
            <a:r>
              <a:rPr lang="en-US" dirty="0"/>
              <a:t>retention-focused business strategies, </a:t>
            </a:r>
          </a:p>
          <a:p>
            <a:r>
              <a:rPr lang="en-US" dirty="0"/>
              <a:t>loyalty programs, </a:t>
            </a:r>
          </a:p>
          <a:p>
            <a:r>
              <a:rPr lang="en-US" dirty="0"/>
              <a:t>and personalized customer engagement.”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272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A2971-36AF-BF04-3D5B-9269AB0AA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6. Cohort &amp; Retention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C9DEB-26E1-FC31-26EA-909D065A3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“The third dashboard focuses on cohort and retention analysis.</a:t>
            </a:r>
          </a:p>
          <a:p>
            <a:r>
              <a:rPr lang="en-US" dirty="0"/>
              <a:t>I analyzed repeat purchase behavior over time using retention trends and cohort-style analysis.</a:t>
            </a:r>
          </a:p>
          <a:p>
            <a:r>
              <a:rPr lang="en-US" dirty="0"/>
              <a:t>The retention trend chart helped evaluate customer engagement patterns across different periods.</a:t>
            </a:r>
          </a:p>
          <a:p>
            <a:r>
              <a:rPr lang="en-US" dirty="0"/>
              <a:t>Key findings included:</a:t>
            </a:r>
          </a:p>
          <a:p>
            <a:r>
              <a:rPr lang="en-US" dirty="0"/>
              <a:t>relatively low repeat customer percentages, </a:t>
            </a:r>
          </a:p>
          <a:p>
            <a:r>
              <a:rPr lang="en-US" dirty="0"/>
              <a:t>varying retention across acquisition periods, </a:t>
            </a:r>
          </a:p>
          <a:p>
            <a:r>
              <a:rPr lang="en-US" dirty="0"/>
              <a:t>and strong impact of retention on long-term profitability. </a:t>
            </a:r>
          </a:p>
          <a:p>
            <a:r>
              <a:rPr lang="en-US" dirty="0"/>
              <a:t>Based on these findings, I recommended:</a:t>
            </a:r>
          </a:p>
          <a:p>
            <a:r>
              <a:rPr lang="en-US" dirty="0"/>
              <a:t>improving onboarding experience, </a:t>
            </a:r>
          </a:p>
          <a:p>
            <a:r>
              <a:rPr lang="en-US" dirty="0"/>
              <a:t>launching re-engagement campaigns, </a:t>
            </a:r>
          </a:p>
          <a:p>
            <a:r>
              <a:rPr lang="en-US" dirty="0"/>
              <a:t>and introducing loyalty incentives.” </a:t>
            </a:r>
          </a:p>
        </p:txBody>
      </p:sp>
    </p:spTree>
    <p:extLst>
      <p:ext uri="{BB962C8B-B14F-4D97-AF65-F5344CB8AC3E}">
        <p14:creationId xmlns:p14="http://schemas.microsoft.com/office/powerpoint/2010/main" val="3126302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4937-325E-3EC6-F597-321F40B40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7. Technical Skills Demonstrated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439C8-B342-FCF3-A3AC-13B539467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“Through this project, I demonstrated:</a:t>
            </a:r>
          </a:p>
          <a:p>
            <a:r>
              <a:rPr lang="en-IN" dirty="0"/>
              <a:t>Power BI dashboard development, </a:t>
            </a:r>
          </a:p>
          <a:p>
            <a:r>
              <a:rPr lang="en-IN" dirty="0"/>
              <a:t>DAX calculations, </a:t>
            </a:r>
          </a:p>
          <a:p>
            <a:r>
              <a:rPr lang="en-IN" dirty="0"/>
              <a:t>data </a:t>
            </a:r>
            <a:r>
              <a:rPr lang="en-IN" dirty="0" err="1"/>
              <a:t>modeling</a:t>
            </a:r>
            <a:r>
              <a:rPr lang="en-IN" dirty="0"/>
              <a:t>, </a:t>
            </a:r>
          </a:p>
          <a:p>
            <a:r>
              <a:rPr lang="en-IN" dirty="0"/>
              <a:t>KPI reporting, </a:t>
            </a:r>
          </a:p>
          <a:p>
            <a:r>
              <a:rPr lang="en-IN" dirty="0"/>
              <a:t>customer segmentation, </a:t>
            </a:r>
          </a:p>
          <a:p>
            <a:r>
              <a:rPr lang="en-IN" dirty="0"/>
              <a:t>cohort analysis, </a:t>
            </a:r>
          </a:p>
          <a:p>
            <a:r>
              <a:rPr lang="en-IN" dirty="0"/>
              <a:t>retention analytics, </a:t>
            </a:r>
          </a:p>
          <a:p>
            <a:r>
              <a:rPr lang="en-IN" dirty="0"/>
              <a:t>and business storytelling. </a:t>
            </a:r>
          </a:p>
          <a:p>
            <a:pPr marL="0" indent="0">
              <a:buNone/>
            </a:pPr>
            <a:r>
              <a:rPr lang="en-IN" dirty="0"/>
              <a:t>I also implemented:</a:t>
            </a:r>
          </a:p>
          <a:p>
            <a:r>
              <a:rPr lang="en-IN" dirty="0"/>
              <a:t>interactive slicers, </a:t>
            </a:r>
          </a:p>
          <a:p>
            <a:r>
              <a:rPr lang="en-IN" dirty="0"/>
              <a:t>dynamic filtering, </a:t>
            </a:r>
          </a:p>
          <a:p>
            <a:r>
              <a:rPr lang="en-IN" dirty="0"/>
              <a:t>and multi-page dashboard reporting.”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9429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43FB8-757E-72A3-1140-14BFA38E8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8. Challenges Faced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D09BC-4DAE-3082-2CED-6A9AE133A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“One challenge during the project was handling customer identifiers in the dataset.</a:t>
            </a:r>
          </a:p>
          <a:p>
            <a:r>
              <a:rPr lang="en-US" dirty="0"/>
              <a:t>The dataset contained both transactional customer IDs and unique customer identifiers.</a:t>
            </a:r>
          </a:p>
          <a:p>
            <a:r>
              <a:rPr lang="en-US" dirty="0"/>
              <a:t>To accurately calculate repeat customers and retention metrics, I used the unique customer identifier for customer-level analysis.”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2342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4E94-ED59-2D87-468E-10E552F05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9. Business Impact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F7EEE-A610-00E2-D97E-FCCC0033C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“This dashboard helps stakeholders:</a:t>
            </a:r>
          </a:p>
          <a:p>
            <a:r>
              <a:rPr lang="en-US" dirty="0"/>
              <a:t>monitor business KPIs, </a:t>
            </a:r>
          </a:p>
          <a:p>
            <a:r>
              <a:rPr lang="en-US" dirty="0"/>
              <a:t>identify high-value customer groups, </a:t>
            </a:r>
          </a:p>
          <a:p>
            <a:r>
              <a:rPr lang="en-US" dirty="0"/>
              <a:t>track retention performance, </a:t>
            </a:r>
          </a:p>
          <a:p>
            <a:r>
              <a:rPr lang="en-US" dirty="0"/>
              <a:t>and improve customer lifecycle strategies. </a:t>
            </a:r>
          </a:p>
          <a:p>
            <a:r>
              <a:rPr lang="en-US" dirty="0"/>
              <a:t>The insights generated from this analysis can help improve:</a:t>
            </a:r>
          </a:p>
          <a:p>
            <a:r>
              <a:rPr lang="en-US" dirty="0"/>
              <a:t>customer retention, </a:t>
            </a:r>
          </a:p>
          <a:p>
            <a:r>
              <a:rPr lang="en-US" dirty="0"/>
              <a:t>profitability, </a:t>
            </a:r>
          </a:p>
          <a:p>
            <a:r>
              <a:rPr lang="en-US" dirty="0"/>
              <a:t>and long-term business growth.”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5719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CB37C-BFA9-C56B-7B42-FCF01A568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10. 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7B368-4C5F-B415-49EF-6DBA3700E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“To conclude, this project demonstrates how data analytics and business intelligence can help transform raw ecommerce data into actionable business insights.</a:t>
            </a:r>
          </a:p>
          <a:p>
            <a:r>
              <a:rPr lang="en-US" dirty="0"/>
              <a:t>By combining executive reporting, customer segmentation, and retention analysis, the dashboard provides a complete view of customer and business performance.</a:t>
            </a:r>
          </a:p>
          <a:p>
            <a:r>
              <a:rPr lang="en-US" dirty="0"/>
              <a:t>Thank you. I would be happy to answer any questions.”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0838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1497</TotalTime>
  <Words>697</Words>
  <Application>Microsoft Office PowerPoint</Application>
  <PresentationFormat>Widescreen</PresentationFormat>
  <Paragraphs>110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1.Introduction</vt:lpstr>
      <vt:lpstr>2. Business Problem</vt:lpstr>
      <vt:lpstr>3. Dataset &amp; Tools Used</vt:lpstr>
      <vt:lpstr>4. Executive Overview Dashboard</vt:lpstr>
      <vt:lpstr>5. Customer Segmentation Dashboard</vt:lpstr>
      <vt:lpstr>6. Cohort &amp; Retention Analysis</vt:lpstr>
      <vt:lpstr>7. Technical Skills Demonstrated</vt:lpstr>
      <vt:lpstr>8. Challenges Faced</vt:lpstr>
      <vt:lpstr>9. Business Impact</vt:lpstr>
      <vt:lpstr>10.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 Kidwai</dc:creator>
  <cp:lastModifiedBy>Amr Kidwai</cp:lastModifiedBy>
  <cp:revision>1</cp:revision>
  <dcterms:created xsi:type="dcterms:W3CDTF">2026-05-07T04:36:48Z</dcterms:created>
  <dcterms:modified xsi:type="dcterms:W3CDTF">2026-05-08T05:34:19Z</dcterms:modified>
</cp:coreProperties>
</file>